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2A3575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937760"/>
            <a:ext cx="3291840" cy="3291840"/>
          </a:xfrm>
          <a:prstGeom prst="ellipse">
            <a:avLst/>
          </a:prstGeom>
          <a:solidFill>
            <a:srgbClr val="2A3575"/>
          </a:solidFill>
          <a:ln/>
        </p:spPr>
      </p:sp>
      <p:pic>
        <p:nvPicPr>
          <p:cNvPr id="4" name="Image 0" descr="/home/claude/work/univers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685800" cy="7406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UNIVERSITY, GREATER NOIDA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I N T E R N S H I P   P R E S E N T A T I O N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359152"/>
            <a:ext cx="9601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Web Development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CodSoft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640080" y="3886200"/>
            <a:ext cx="10881360" cy="0"/>
          </a:xfrm>
          <a:prstGeom prst="line">
            <a:avLst/>
          </a:prstGeom>
          <a:noFill/>
          <a:ln w="12700">
            <a:solidFill>
              <a:srgbClr val="4450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44531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Kumar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44531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25SCS1003005483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349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3rd Semester (Sec. 2CSE13)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5349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O R G A N I Z A T I O N   P R O F I L E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CodSoft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is an ed-tech and technology solutions company offering free virtual internship programs, hands-on tasks, and project-based learning to students and early-career professionals across domains such as web development, Android development, data science, and artificial intelligence.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Internship — Frontend Development Track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Intern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Aug 2026 – 20 Sept 2026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/ Virtual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14630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F7F8FA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828800"/>
            <a:ext cx="685800" cy="68580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CodSoft Frontend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Internship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3611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self-paced virtual internship giving learners practical, task-based exposure to real-world frontend engineering problems using HTML, CSS, and JavaScript.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892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“Real-world frontend engineering exposure for students.”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P R O B L E M   S T A T E M E N T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and early-career developers increasingly need a strong, demonstrable online presence and practical experience with everyday interactive tools. There was a clear need to design and build a set of polished, fully responsive frontend applications that showcase real UI/UX, validation, and data-handling skills.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0215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063240"/>
            <a:ext cx="640080" cy="64008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84048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Showcase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315968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projects were scattered with no single, polished place to present them to recruiters.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743200"/>
            <a:ext cx="350215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3063240"/>
            <a:ext cx="640080" cy="64008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84048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Daily Tracking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315968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and personal expenses were tracked manually, with no quick visual summary or persistence.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743200"/>
            <a:ext cx="350215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3063240"/>
            <a:ext cx="640080" cy="64008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84048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Hands-on Exposure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4315968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learning offered little practice building complete, responsive, interactive interfaces.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P R O J E C T   O B J E C T I V E S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Set Out To 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783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fully responsive personal portfolio website with Home, About, Skills, Projects, Resume and Contact sections.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9631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4963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task management (To-Do List) app with add, edit, delete and completion-tracking features.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95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2095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personal expense tracker that records income/expenses and computes real-time balances.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2277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92277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web-based music player with standard playback controls and a modern interface.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63600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6360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responsive blog website with categorized, searchable posts and individual article pages.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3492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349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consistent responsive design, animation, and validation principles across all five projects.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S C O P E   O F   T H E   P R O J E C T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Boundaries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focused on building purely client-side, static frontend applications using HTML, CSS, and JavaScript — not a hosted, backend-driven, or cloud service.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251460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546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546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portfolio, to-do, expense tracker, music player &amp; blog website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68503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6850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Storage-based data persistence for tasks and expenses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21538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1538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design, hover animations &amp; form validation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74573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74573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and cross-device testing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27608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760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repositories for each project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1546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1546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 or database integration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68503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6850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or production deployment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21538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21538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versions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T E C H N O L O G I E S   &amp;   T O O L S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39112"/>
            <a:ext cx="548640" cy="54864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4495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and layout for all five applications.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502152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039112"/>
            <a:ext cx="548640" cy="54864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974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4495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styling, Flexbox/Grid, animations &amp; dark mode.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02152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039112"/>
            <a:ext cx="548640" cy="54864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974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04495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Interactivity, validation, DOM manipulation &amp; app logic.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3502152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005072"/>
            <a:ext cx="548640" cy="54864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6634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API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01091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persistence of tasks, expenses &amp; preferences.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749040"/>
            <a:ext cx="3502152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005072"/>
            <a:ext cx="548640" cy="54864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46634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 / Fonts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501091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Iconography and typography across interfaces.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502152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4005072"/>
            <a:ext cx="548640" cy="54864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46634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/ VS Code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501091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hosting and development environment.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S Y S T E M   A R C H I T E C T U R E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7168" cy="32004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64992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interacts through a form or control — adding a task, expense, contact message, or search query.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47288" y="2011680"/>
            <a:ext cx="2487168" cy="32004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5888" y="2286000"/>
            <a:ext cx="502920" cy="50292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7588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9260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3364992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validates the input and updates the in-memory application state.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34456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54496" y="2011680"/>
            <a:ext cx="2487168" cy="32004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3096" y="2286000"/>
            <a:ext cx="502920" cy="50292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83096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29260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83096" y="3364992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reads/writes keep task, expense and preference data intact across page refreshes.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41664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61704" y="2011680"/>
            <a:ext cx="2487168" cy="32004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0304" y="2286000"/>
            <a:ext cx="502920" cy="502920"/>
          </a:xfrm>
          <a:prstGeom prst="ellipse">
            <a:avLst/>
          </a:prstGeom>
          <a:solidFill>
            <a:srgbClr val="7624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90304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90304" y="29260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90304" y="3364992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updates instantly, giving the user immediate, responsive visual feedback.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interface is implemented as an independent, self-contained project (HTML, CSS and JavaScript) with no shared backend dependency.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M E T H O D O L O G Y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Approach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8288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 shared design language, colour palette and responsive breakpoints across all five projects.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6974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Website —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mobile-first responsive layout with smooth scrolling, hover animations, and a validated contact form.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5661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&amp; Expense Tracker —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add/edit/delete/filter logic and Local Storage persistence for tasks and transactions.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4348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Player —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playback controls around the HTML5 Audio API, with a seekable progress bar and volume control.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3035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&amp; Testing —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blog website, then tested every project across screen sizes and browsers, and pushed each to a public GitHub repository.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E X P E C T E D   O U T C O M E S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Deliverables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92808"/>
            <a:ext cx="4434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portfolio website showcasing skills and a downloadable resume.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892808"/>
            <a:ext cx="4434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to-do list app with search/filter and Local Storage persistence.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72968"/>
            <a:ext cx="4434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expense tracker with accurate income, expense and balance summaries.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0632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3172968"/>
            <a:ext cx="4434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interactive music player with complete playback controls.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480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453128"/>
            <a:ext cx="4434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blog website with categorized, searchable articles.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3434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480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453128"/>
            <a:ext cx="4434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hands-on experience with responsive design and JavaScript app logic.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I N T E R N S H I P   P R O O F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 &amp; Communication Confirmation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80360" y="1691640"/>
            <a:ext cx="640080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</a:t>
            </a:r>
            <a:endParaRPr lang="en-US" sz="1200" dirty="0"/>
          </a:p>
        </p:txBody>
      </p:sp>
      <p:pic>
        <p:nvPicPr>
          <p:cNvPr id="6" name="Image 0" descr="/home/claude/work/offer_letter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286000"/>
            <a:ext cx="5760720" cy="3794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A357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291840" cy="3291840"/>
          </a:xfrm>
          <a:prstGeom prst="ellipse">
            <a:avLst/>
          </a:prstGeom>
          <a:solidFill>
            <a:srgbClr val="2A3575"/>
          </a:solidFill>
          <a:ln/>
        </p:spPr>
      </p:sp>
      <p:pic>
        <p:nvPicPr>
          <p:cNvPr id="4" name="Image 0" descr="/home/claude/work/univers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463040"/>
            <a:ext cx="685800" cy="7406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Kumar  |  25SCS1003005483  |  B.Tech CSE, 3rd Semester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Frontend Development Internship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2026-08-29T15:59:22Z</dcterms:created>
  <dcterms:modified xsi:type="dcterms:W3CDTF">2026-08-29T15:59:22Z</dcterms:modified>
</cp:coreProperties>
</file>